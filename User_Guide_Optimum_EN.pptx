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A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A8AB8">
              <a:alpha val="40000"/>
            </a:srgbClr>
          </a:solidFill>
          <a:ln w="12700">
            <a:solidFill>
              <a:srgbClr val="4A8AB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5752" y="4114800"/>
            <a:ext cx="4572000" cy="4572000"/>
          </a:xfrm>
          <a:prstGeom prst="ellipse">
            <a:avLst/>
          </a:prstGeom>
          <a:solidFill>
            <a:srgbClr val="4A8AB8">
              <a:alpha val="30000"/>
            </a:srgbClr>
          </a:solidFill>
          <a:ln w="12700">
            <a:solidFill>
              <a:srgbClr val="4A8AB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94276" y="1280160"/>
            <a:ext cx="320040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https://optimumsolutions.eu/wp-content/uploads/2023/04/text-annotations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2876" y="1417320"/>
            <a:ext cx="274320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management application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RECRUTEMENT RH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21408"/>
            <a:ext cx="640080" cy="6400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121408"/>
            <a:ext cx="640080" cy="6400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0" y="2121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06640" y="2148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538728"/>
            <a:ext cx="640080" cy="6400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37360" y="3566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Offers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32461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3538728"/>
            <a:ext cx="640080" cy="6400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0" y="3538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06640" y="3566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46634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956048"/>
            <a:ext cx="640080" cy="6400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737360" y="4983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0" y="46634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4956048"/>
            <a:ext cx="640080" cy="6400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97280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406640" y="4983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8A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62A5D2">
              <a:alpha val="30000"/>
            </a:srgbClr>
          </a:solidFill>
          <a:ln w="12700">
            <a:solidFill>
              <a:srgbClr val="62A5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log in and access the 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email + password. The interface theme adapts automatically to your company.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URL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Enter the application URL in your browser (Chrome, Edge, Firefox recommended).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email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Professional email provided when your account was created.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password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Password communicated by your administrator.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"Sign in"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You are redirected to the dashboard.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Via Settings → Sign out, or close the browser.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: </a:t>
            </a:r>
            <a:pPr indent="0" marL="0">
              <a:buNone/>
            </a:pPr>
            <a:r>
              <a:rPr lang="en-US" sz="1300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 (Solumada green or Optimum blue) is applied automatically based on your account — no manual setting needed.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8A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62A5D2">
              <a:alpha val="30000"/>
            </a:srgbClr>
          </a:solidFill>
          <a:ln w="12700">
            <a:solidFill>
              <a:srgbClr val="62A5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overview: KPIs, appointments, and compliance.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Key indicators (KPIs)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cards at the top of the dashboard provide an instant snapshot of activity.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offers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Number of open positions. Click to navigate to the offers list.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Total applications received, all statuses combined.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Candidates with score ≥ 7 or "QUALIFIED" recommendation. Click to filter.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Mid-range scored candidates (4-6) requiring manual evaluation.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: </a:t>
            </a:r>
            <a:pPr indent="0" marL="0">
              <a:buNone/>
            </a:pPr>
            <a:r>
              <a:rPr lang="en-US" sz="1300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clickable — one click takes you directly to the filtered list.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Operational tracking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dedicated sections for daily steering: upcoming appointments and HR compliance.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appointments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Next 10 interviews, filtered to YOUR offers only (by recruiter email).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badge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🔴 Today = today ; 🟡 D-X = in X days (≤ 3 days).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Time auto-adjusted: Solumada GMT+3, Optimum GMT+2 (if type_rdv undefined).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Madagascar compliance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Offers approved by Labour Inspection, candidates to call, tests scheduled/passed.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all →" link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Takes you to the full Appointments page.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8A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62A5D2">
              <a:alpha val="30000"/>
            </a:srgbClr>
          </a:solidFill>
          <a:ln w="12700">
            <a:solidFill>
              <a:srgbClr val="62A5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Offers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management and publication of open 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— List and statuses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"Job Offers" page centralises all positions with their current state.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possible statuses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Active (published) · Closed (archived) · Paused (temporarily suspended).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closing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Every hour, offers whose deadline has passed switch to "Closed".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badge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Each card shows the number of applications received.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Edit (✏️), Export PDF (📄), Delete (🗑️) icons on each card.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"+ New offer" button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Top right, opens the creation form.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— Create an offer (1/2)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main information for the position.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E.g. "Full-Stack Developer" — publicly visible.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description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Missions, context, team. Free-form, formattable.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Comma-separated list — used by AI for scoring.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Minimum expected for the position.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contract type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Full-time / Fixed-term / Internship / Freelance / Apprenticeship + city.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languages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Salary range + spoken languages.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— Create an offer (2/2)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settings: automation, AI and scheduling.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scenarios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= full auto (AI emails) · B = AI analysis only · C = manual entry only.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requirements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Text that guides Claude's scoring (priority criteria, red flags).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required (checkbox)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If checked, qualification emails are only sent AFTER manual test summons.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Date after which the offer switches to "Closed". Leave empty for no limit.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cal.com link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Appointment scheduling URL (e.g. cal.com/hr-optimum/interview-30min).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: </a:t>
            </a:r>
            <a:pPr indent="0" marL="0">
              <a:buNone/>
            </a:pPr>
            <a:r>
              <a:rPr lang="en-US" sz="1300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"📄 Export PDF" button generates a publication document branded with your company.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— Edit, close, export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available on an existing offer via the detail view (click on the card).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✏️ button — opens the same form as creation, all fields editable.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/ Reactivate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status selector lets you switch between Active, Paused, and Closed.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📄 button — opens a new window with the branded PDF ready to print.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🗑️ button — asks for confirmation. Irreversible action.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applications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"Applications" tab in the offer detail — list filtered to this offer.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Important : </a:t>
            </a:r>
            <a:pPr indent="0" marL="0">
              <a:buNone/>
            </a:pPr>
            <a:r>
              <a:rPr lang="en-US" sz="13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an offer also deletes all associated applications. Prefer closing to archive.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— Applications &amp; bulk 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offer detail, the Applications tab lets you manage multiple candidates at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mode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Activate the "Select all" checkbox to reveal per-candidate checkboxes.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checkboxes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Greyed out if the candidate has "Test summoned" status OR no email address.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Check multiple candidates then use the bulk action buttons.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actions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Bulk qualify · Bulk reject · Summon to test (if offer.test_required).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Each action triggers the automatic sending of the relevant email to each selected candidate.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8A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62A5D2">
              <a:alpha val="30000"/>
            </a:srgbClr>
          </a:solidFill>
          <a:ln w="12700">
            <a:solidFill>
              <a:srgbClr val="62A5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and decisions on received applications.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List and filters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page for all received candidates. Powerful filtering and relevance sorting.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Name, email or job. Real-time filtering.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filters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AI recommendation · Offer · Channel (platform / phone / in-person).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filters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📞 To call · ⭐ Potentials (HR talent pool candidates).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Default: score descending then date. Best profiles rise to the top.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📥 button — exports the filtered list for external analysis.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30 candidates per page, navigation at the bottom of the table.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: </a:t>
            </a:r>
            <a:pPr indent="0" marL="0">
              <a:buNone/>
            </a:pPr>
            <a:r>
              <a:rPr lang="en-US" sz="1300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"⭐ Potentials" filter shows only candidates flagged via the toggle in the Decision tab.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Inline quick 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row of the table, icons let you act without opening the detail.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CV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Opens the candidate's CV in a new tab (secure JWT token).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Cover letter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If provided, opens the cover letter in a new tab.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Qualify (green)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Qualifies in one click, sends the invitation email and sets status to "In progress".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Eliminate (red)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Rejects in one click, sends the rejection email and sets status to "Rejected".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Restart AI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Resends the CV to the n8n + Claude workflow for re-analysis. Blocked if no CV.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Delete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Permanently deletes after confirmation.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Analysis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detail opens on 3 tabs. "Analysis" presents the AI evaluation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(0-10)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Overall mark computed by Claude based on required skills and the offer's AI requirements.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QUALIFIED (green) · TO REVIEW (yellow) · NOT SELECTED (red).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fit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Synthetic text on the candidate ↔ offer match.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/ missing skills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Lists extracted from the CV by AI, compared with requirements.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/ weaknesses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Strong points and improvement axes identified by the analysis.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3-5 line written synthesis to support the decision.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Decision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Centralises all HR decision actions on a candidate.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(✅)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Status → In progress · Sends the invitation email. n8n may switch to "Interview scheduled" if automation is 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 (🔄)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Status → In progress · No automatic email. For manual re-reading.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(❌)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Status → Rejected · Sends the polite rejection email.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Summon to test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Available if offer.test_required = true. Status → Test summoned + email.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cal.com appointment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Available if the offer has a cal.com link. Opens the slot picker.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Potential candidate pool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Toggle to flag the candidate for later reconsideration. Filterable from the list.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: </a:t>
            </a:r>
            <a:pPr indent="0" marL="0">
              <a:buNone/>
            </a:pPr>
            <a:r>
              <a:rPr lang="en-US" sz="1300" dirty="0">
                <a:solidFill>
                  <a:srgbClr val="4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sending may fail silently (Gmail config). The database status is ALWAYS updated.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Info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documents, and communication tracking.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contact info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Name, email, phone. "💾 Save" button to validate.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missing CV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If no CV, an upload zone appears: pick a file then click "⬆️ Upload".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documents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"📄 View CV" and "📝 Cover letter" buttons if available.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channel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Platform / Phone / In-person — identifies the origin.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email tracking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Send dates: invitation, reminder 1, reminder 2.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manual appointment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If a meeting is scheduled, shows date, time, location and notes.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A8A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828800"/>
            <a:ext cx="5486400" cy="5486400"/>
          </a:xfrm>
          <a:prstGeom prst="ellipse">
            <a:avLst/>
          </a:prstGeom>
          <a:solidFill>
            <a:srgbClr val="62A5D2">
              <a:alpha val="30000"/>
            </a:srgbClr>
          </a:solidFill>
          <a:ln w="12700">
            <a:solidFill>
              <a:srgbClr val="62A5D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tracking of upcoming interviews.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— Dedicated page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view of all upcoming interviews with powerful filters.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filters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All · This week · This month · Next month — chips at the top of the page.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"👤 My appointments" toggle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Restricts to appointments from offers you are the recruiter on (by email).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badges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🔴 Today (&lt; 24h) · 🟡 D-X (&lt; 72h) on each card.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type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🖥 Video · 🤝 In-person — badge indicating the interview mode.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 handling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If type_rdv undefined: time auto-adjusted (Solumada GMT+3, Optimum GMT+2).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a card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Opens the associated candidate detail to prepare the interview.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Activity history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performed in the application are tracked for traceability.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actions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Login · Create/edit/delete offer · Candidate decisions · Email sends · CV upload.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kept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User · Action · Entity · Date/time · Contextual details.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By user, action type, time period.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use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Used to prove traceability of decisions on candidate data.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Entries are kept indefinitely (unless purged manually by administrator).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Access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administrators. Creation and management of recruiter accounts.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users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Table of all accounts: name, email, role, last login.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"+ New user" button — enter name, email, initial password, company.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Edit the name and change the role (admin / recruiter).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account can no longer log in but remains in history.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Dedicated button — generates a new password to share.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Important : </a:t>
            </a:r>
            <a:pPr indent="0" marL="0">
              <a:buNone/>
            </a:pPr>
            <a:r>
              <a:rPr lang="en-US" sz="13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can only be used by one account. The company is fixed at creation (Solumada or Optimum).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Personal profile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accessible via your avatar in the sidebar.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"Full name" field editable, saved via "💾 Save".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Enter the old + new password (at least 8 characters).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Determined by your company: Solumada green or Optimum blue. Not manually changeable.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Displayed read-only. To change it, contact an administrator.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Button at the bottom of the page — clears the token and redirects to /login.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91440" cy="640080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943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best practices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efficient daily use.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AI score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Don't qualify mechanically by score: read the weaknesses and job fit.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0487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upload a CV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Without a CV, AI cannot analyse. If the candidate sends it later, use the upload in Info tab.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⭐ pool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Flag promising candidates off-offer — find them via the Potentials filter.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Summon to test before qualifying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 offers with test_required: summon first, then qualify after test evaluation.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 share the offer via WhatsApp or external email — company branding is automatic.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Contact your administrator or developers@solumadateam.com if you have any issues.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2A5D2"/>
          </a:solidFill>
          <a:ln w="12700">
            <a:solidFill>
              <a:srgbClr val="62A5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Solutions · User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Optimum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Optimum Solutions · User Guide</dc:title>
  <dc:subject>PptxGenJS Presentation</dc:subject>
  <dc:creator>Optimum Solutions</dc:creator>
  <cp:lastModifiedBy>Optimum Solutions</cp:lastModifiedBy>
  <cp:revision>1</cp:revision>
  <dcterms:created xsi:type="dcterms:W3CDTF">2026-05-22T12:18:00Z</dcterms:created>
  <dcterms:modified xsi:type="dcterms:W3CDTF">2026-05-22T12:18:00Z</dcterms:modified>
</cp:coreProperties>
</file>